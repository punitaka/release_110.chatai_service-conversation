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Manus × GPT ×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AIエージェント同士が会話する Raspberry Pi システム</a:t>
            </a:r>
          </a:p>
        </p:txBody>
      </p:sp>
      <p:sp>
        <p:nvSpPr>
          <p:cNvPr id="5" name="Oval 4"/>
          <p:cNvSpPr/>
          <p:nvPr/>
        </p:nvSpPr>
        <p:spPr>
          <a:xfrm>
            <a:off x="5158587" y="470916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35827" y="470916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13067" y="4709160"/>
            <a:ext cx="320040" cy="32004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alibri"/>
              </a:rPr>
              <a:t>Raspberry Pi版 開発報告 ── YouTube公開用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システム全体像</a:t>
            </a:r>
          </a:p>
        </p:txBody>
      </p:sp>
      <p:sp>
        <p:nvSpPr>
          <p:cNvPr id="3" name="Oval 2"/>
          <p:cNvSpPr/>
          <p:nvPr/>
        </p:nvSpPr>
        <p:spPr>
          <a:xfrm>
            <a:off x="1325879" y="1522826"/>
            <a:ext cx="1097280" cy="10972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85866"/>
            <a:ext cx="2651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97345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テーマと参加AIを指定する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888585"/>
            <a:ext cx="640080" cy="36576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Oval 6"/>
          <p:cNvSpPr/>
          <p:nvPr/>
        </p:nvSpPr>
        <p:spPr>
          <a:xfrm>
            <a:off x="4709159" y="1339945"/>
            <a:ext cx="1463040" cy="14630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985866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Raspberry Pi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397345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全体を制御するオーケストレーター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(会話の進行・記録・要約)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1888585"/>
            <a:ext cx="640080" cy="36576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818119" y="1614266"/>
            <a:ext cx="914400" cy="9144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2985866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Manus</a:t>
            </a:r>
          </a:p>
        </p:txBody>
      </p:sp>
      <p:sp>
        <p:nvSpPr>
          <p:cNvPr id="13" name="Oval 12"/>
          <p:cNvSpPr/>
          <p:nvPr/>
        </p:nvSpPr>
        <p:spPr>
          <a:xfrm>
            <a:off x="9143999" y="1614266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39" y="2985866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GPT</a:t>
            </a:r>
          </a:p>
        </p:txBody>
      </p:sp>
      <p:sp>
        <p:nvSpPr>
          <p:cNvPr id="15" name="Oval 14"/>
          <p:cNvSpPr/>
          <p:nvPr/>
        </p:nvSpPr>
        <p:spPr>
          <a:xfrm>
            <a:off x="10469880" y="1614266"/>
            <a:ext cx="914400" cy="91440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9" y="2985866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C2410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397345"/>
            <a:ext cx="3913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指定されたテーマについて発言する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(1体は司会役)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25704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4291213"/>
            <a:ext cx="99943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sz="1600" b="1" dirty="0" err="1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テーマ・参加AIを指定</a:t>
            </a:r>
            <a:r>
              <a:rPr sz="1600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→ ②Raspberry </a:t>
            </a:r>
            <a:r>
              <a:rPr sz="1600" b="1" dirty="0" err="1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Piが各AIを順番に呼出</a:t>
            </a:r>
            <a:r>
              <a:rPr sz="1600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→ ③</a:t>
            </a:r>
            <a:r>
              <a:rPr sz="1600" b="1" dirty="0" err="1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会話をリアルタイム表示・要約を自動生成</a:t>
            </a:r>
            <a:endParaRPr sz="1600" b="1" dirty="0">
              <a:solidFill>
                <a:srgbClr val="1E276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BC1DA556-8C7F-21A1-6FAD-A3107C7D7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522826"/>
            <a:ext cx="1097278" cy="1097278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2636D25D-4221-555C-7771-E21FEC372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071" y="1522825"/>
            <a:ext cx="1097279" cy="1097279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1ECD48D0-389A-A5FC-5892-519402819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39" y="1522825"/>
            <a:ext cx="1097278" cy="1097278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98122057-925D-5433-821D-833C8CFD3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553" y="1213608"/>
            <a:ext cx="2275853" cy="17157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使用したハードウェア・ソフトウェア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120639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4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🖥  ハードウェア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本体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Raspberry Pi 5(今回使用)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電源</a:t>
                      </a:r>
                    </a:p>
                  </a:txBody>
                  <a:tcPr marL="13716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5V / USB-C電源</a:t>
                      </a:r>
                    </a:p>
                  </a:txBody>
                  <a:tcPr marL="137160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ストレージ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microSDカード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1371600"/>
          <a:ext cx="5696711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 gridSpan="2"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💻  ソフトウェア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OS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Raspberry Pi OS 64bit(Bookworm)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実行環境</a:t>
                      </a:r>
                    </a:p>
                  </a:txBody>
                  <a:tcPr marL="13716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Python 3.11 ・ Flask</a:t>
                      </a:r>
                    </a:p>
                  </a:txBody>
                  <a:tcPr marL="137160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生成AI API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Manus API v2 ・ OpenAI API ・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Anthropic(Claude)API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93192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1045159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1E2761"/>
                </a:solidFill>
                <a:latin typeface="Calibri"/>
              </a:rPr>
              <a:t>💡  Raspberry Pi Zero 2 W でも十分動作します</a:t>
            </a:r>
          </a:p>
          <a:p>
            <a:pPr algn="l"/>
            <a:r>
              <a:rPr sz="1450" b="0">
                <a:solidFill>
                  <a:srgbClr val="1E2761"/>
                </a:solidFill>
                <a:latin typeface="Calibri"/>
              </a:rPr>
              <a:t>本システムはWebサーバーとAI APIとの通信が処理の中心で、ローカルでの重い計算(画像処理・ローカルLLM実行等)を行わないため、上位モデルでなくても問題なく稼働します。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使い方 ── たった2ステップ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303520" cy="3429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E2761"/>
                </a:solidFill>
                <a:latin typeface="Calibri"/>
              </a:rPr>
              <a:t>テーマとAIを入力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1F2328"/>
                </a:solidFill>
                <a:latin typeface="Calibri"/>
              </a:rPr>
              <a:t>話し合わせたいテーマを決めて、</a:t>
            </a:r>
          </a:p>
          <a:p>
            <a:pPr algn="l"/>
            <a:r>
              <a:rPr sz="1550" b="0">
                <a:solidFill>
                  <a:srgbClr val="1F2328"/>
                </a:solidFill>
                <a:latin typeface="Calibri"/>
              </a:rPr>
              <a:t>Manus / GPT / Claude から</a:t>
            </a:r>
          </a:p>
          <a:p>
            <a:pPr algn="l"/>
            <a:r>
              <a:rPr sz="1550" b="0">
                <a:solidFill>
                  <a:srgbClr val="1F2328"/>
                </a:solidFill>
                <a:latin typeface="Calibri"/>
              </a:rPr>
              <a:t>2〜3体を選ぶだけ。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645920"/>
            <a:ext cx="5303520" cy="3429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702552" y="201168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2971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E2761"/>
                </a:solidFill>
                <a:latin typeface="Calibri"/>
              </a:rPr>
              <a:t>STARTを押す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36118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1F2328"/>
                </a:solidFill>
                <a:latin typeface="Calibri"/>
              </a:rPr>
              <a:t>あとは生成AI同士が</a:t>
            </a:r>
          </a:p>
          <a:p>
            <a:pPr algn="l"/>
            <a:r>
              <a:rPr sz="1550" b="0">
                <a:solidFill>
                  <a:srgbClr val="1F2328"/>
                </a:solidFill>
                <a:latin typeface="Calibri"/>
              </a:rPr>
              <a:t>自動で会話(雑談)を</a:t>
            </a:r>
          </a:p>
          <a:p>
            <a:pPr algn="l"/>
            <a:r>
              <a:rPr sz="1550" b="0">
                <a:solidFill>
                  <a:srgbClr val="1F2328"/>
                </a:solidFill>
                <a:latin typeface="Calibri"/>
              </a:rPr>
              <a:t>開始します。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79592" y="3131820"/>
            <a:ext cx="502920" cy="45720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97280" y="5394960"/>
            <a:ext cx="9994392" cy="86868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5394960"/>
            <a:ext cx="944575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→ AI同士の会話がリアルタイムに進行し、終了後は要約とダウンロードも自動生成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178</Words>
  <Application>Microsoft Office PowerPoint</Application>
  <PresentationFormat>ワイド画面</PresentationFormat>
  <Paragraphs>50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FY Yoshida</cp:lastModifiedBy>
  <cp:revision>3</cp:revision>
  <dcterms:created xsi:type="dcterms:W3CDTF">2013-01-27T09:14:16Z</dcterms:created>
  <dcterms:modified xsi:type="dcterms:W3CDTF">2026-09-04T23:51:40Z</dcterms:modified>
  <cp:category/>
</cp:coreProperties>
</file>